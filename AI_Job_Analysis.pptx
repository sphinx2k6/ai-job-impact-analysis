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Job Market Analysis 2025-2026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1,500 AI job postings tell us about salaries, demand and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this about?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12064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000"/>
              <a:t>We took a dataset of AI job postings and turned it into charts.</a:t>
            </a:r>
          </a:p>
          <a:p>
            <a:pPr>
              <a:spcAft>
                <a:spcPts val="800"/>
              </a:spcAft>
            </a:pPr>
            <a:r>
              <a:rPr sz="2000"/>
              <a:t>Goal: see what AI jobs actually pay, which roles are growing, and which skills keep showing up.</a:t>
            </a:r>
          </a:p>
          <a:p>
            <a:pPr>
              <a:spcAft>
                <a:spcPts val="800"/>
              </a:spcAft>
            </a:pPr>
            <a:r>
              <a:rPr sz="2000"/>
              <a:t>Before charting anything, the raw data had to be cleaned - a lot of it was inconsistent.</a:t>
            </a:r>
          </a:p>
          <a:p>
            <a:pPr>
              <a:spcAft>
                <a:spcPts val="800"/>
              </a:spcAft>
            </a:pPr>
            <a:r>
              <a:rPr sz="2000"/>
              <a:t>This presentation walks through the cleaning and what the charts show afterwards.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did we get the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12064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000"/>
              <a:t>Downloaded from Kaggle - a dataset of AI job market postings for 2025 and 2026.</a:t>
            </a:r>
          </a:p>
          <a:p>
            <a:pPr>
              <a:spcAft>
                <a:spcPts val="800"/>
              </a:spcAft>
            </a:pPr>
            <a:r>
              <a:rPr sz="2000"/>
              <a:t>1,500 rows and 25 columns of data.</a:t>
            </a:r>
          </a:p>
          <a:p>
            <a:pPr>
              <a:spcAft>
                <a:spcPts val="800"/>
              </a:spcAft>
            </a:pPr>
            <a:r>
              <a:rPr sz="2000"/>
              <a:t>Covers 25 roles (LLM Engineer, Prompt Engineer, MLOps Engineer...)</a:t>
            </a:r>
          </a:p>
          <a:p>
            <a:pPr>
              <a:spcAft>
                <a:spcPts val="800"/>
              </a:spcAft>
            </a:pPr>
            <a:r>
              <a:rPr sz="2000"/>
              <a:t>Each posting lists salary, required skills, location, experience level, demand score and more.</a:t>
            </a:r>
          </a:p>
          <a:p>
            <a:pPr>
              <a:spcAft>
                <a:spcPts val="800"/>
              </a:spcAft>
            </a:pPr>
            <a:r>
              <a:rPr sz="2000"/>
              <a:t>Jobs across 14 countries - about 3 in 4 offer remote or hybrid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 and preparing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12064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000"/>
              <a:t>288 salaries sat outside their posted min-max range - we widened the range so the salary fits inside it.</a:t>
            </a:r>
          </a:p>
          <a:p>
            <a:pPr>
              <a:spcAft>
                <a:spcPts val="800"/>
              </a:spcAft>
            </a:pPr>
            <a:r>
              <a:rPr sz="2000"/>
              <a:t>1,099 rows had years of experience that didn't match the experience level (e.g. 'Entry' with 8 years) - clipped them into the right band.</a:t>
            </a:r>
          </a:p>
          <a:p>
            <a:pPr>
              <a:spcAft>
                <a:spcPts val="800"/>
              </a:spcAft>
            </a:pPr>
            <a:r>
              <a:rPr sz="2000"/>
              <a:t>119 postings listed the same skill twice - kept only the first one.</a:t>
            </a:r>
          </a:p>
          <a:p>
            <a:pPr>
              <a:spcAft>
                <a:spcPts val="800"/>
              </a:spcAft>
            </a:pPr>
            <a:r>
              <a:rPr sz="2000"/>
              <a:t>Turned the flag columns into True/False, merged year + month into a posting_date, and gave ordered columns (Entry &lt; Mid &lt; Senior &lt; Lead) so charts sort correctly.</a:t>
            </a:r>
          </a:p>
          <a:p>
            <a:pPr>
              <a:spcAft>
                <a:spcPts val="800"/>
              </a:spcAft>
            </a:pPr>
            <a:r>
              <a:rPr sz="2000"/>
              <a:t>Result: a clean table saved as ai_jobs_cleaned.csv, plus a long skills table for skill charts.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pay rise with experience?</a:t>
            </a:r>
          </a:p>
        </p:txBody>
      </p:sp>
      <p:pic>
        <p:nvPicPr>
          <p:cNvPr id="3" name="Picture 2" descr="salary_by_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1620"/>
            <a:ext cx="640080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37160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3864"/>
                </a:solidFill>
              </a:rPr>
              <a:t>Q: Do more senior roles actually pay more?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23232"/>
                </a:solidFill>
              </a:rPr>
              <a:t>A: Yes, clearly. The median salary climbs at every step - around $145k for Entry, $162k for Mid, $208k for Senior and $238k for Lead. The whole box (the middle 50% of salaries) keeps moving up, so the trend is not caused by a few outliers. The biggest single jump is Mid to Senior, roughly +$46k or about 28% more.</a:t>
            </a:r>
          </a:p>
          <a:p>
            <a:pPr>
              <a:spcBef>
                <a:spcPts val="1600"/>
              </a:spcBef>
            </a:pPr>
            <a:r>
              <a:rPr b="1" sz="1400">
                <a:solidFill>
                  <a:srgbClr val="1F3864"/>
                </a:solidFill>
              </a:rPr>
              <a:t>Q: What does the spread tell us?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23232"/>
                </a:solidFill>
              </a:rPr>
              <a:t>A: Every level still has a wide range, so a top-paid Mid engineer can out-earn a low-paid Senior. But the Entry and Lead boxes barely overlap at all - experience is one of the strongest salary drivers in this market.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job category pays best?</a:t>
            </a:r>
          </a:p>
        </p:txBody>
      </p:sp>
      <p:pic>
        <p:nvPicPr>
          <p:cNvPr id="3" name="Picture 2" descr="avg_salary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31670"/>
            <a:ext cx="64008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37160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3864"/>
                </a:solidFill>
              </a:rPr>
              <a:t>Q: Which categories pay the most?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23232"/>
                </a:solidFill>
              </a:rPr>
              <a:t>A: Architecture tops the list at about $252k average (roles like AI Solutions Architect). The technical core sits just behind - AI Engineering ~$208k, Infrastructure ~$204k, Security ~$200k and ML Operations ~$199k, all comfortably above $200k.</a:t>
            </a:r>
          </a:p>
          <a:p>
            <a:pPr>
              <a:spcBef>
                <a:spcPts val="1600"/>
              </a:spcBef>
            </a:pPr>
            <a:r>
              <a:rPr b="1" sz="1400">
                <a:solidFill>
                  <a:srgbClr val="1F3864"/>
                </a:solidFill>
              </a:rPr>
              <a:t>Q: And the lowest paying?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23232"/>
                </a:solidFill>
              </a:rPr>
              <a:t>A: Business roles average ~$134k and Governance ~$153k. Still six-figure jobs, but close to half of what the top technical tracks pay. The pattern: roles that design and build systems out-earn roles that manage or analyse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a typical AI job pay?</a:t>
            </a:r>
          </a:p>
        </p:txBody>
      </p:sp>
      <p:pic>
        <p:nvPicPr>
          <p:cNvPr id="3" name="Picture 2" descr="sala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31670"/>
            <a:ext cx="64008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37160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3864"/>
                </a:solidFill>
              </a:rPr>
              <a:t>Q: Where do most salaries sit?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23232"/>
                </a:solidFill>
              </a:rPr>
              <a:t>A: Salaries spread fairly evenly between $90k and $300k, but the bulk is in the middle - 57% of all postings pay between $100k and $200k. The median is $180k, and the middle 50% of offers fall between roughly $145k and $236k.</a:t>
            </a:r>
          </a:p>
          <a:p>
            <a:pPr>
              <a:spcBef>
                <a:spcPts val="1600"/>
              </a:spcBef>
            </a:pPr>
            <a:r>
              <a:rPr b="1" sz="1400">
                <a:solidFill>
                  <a:srgbClr val="1F3864"/>
                </a:solidFill>
              </a:rPr>
              <a:t>Q: How realistic is a $300k+ offer?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23232"/>
                </a:solidFill>
              </a:rPr>
              <a:t>A: Possible but rare. The thin tail on the right is the Elite tier - mostly senior LLM and architecture roles at big tech companies. For most AI professionals the realistic band is $150-250k, not the headline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 the AI job market growing?</a:t>
            </a:r>
          </a:p>
        </p:txBody>
      </p:sp>
      <p:pic>
        <p:nvPicPr>
          <p:cNvPr id="3" name="Picture 2" descr="postings_per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31670"/>
            <a:ext cx="64008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37160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3864"/>
                </a:solidFill>
              </a:rPr>
              <a:t>Q: Growing or slowing down?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23232"/>
                </a:solidFill>
              </a:rPr>
              <a:t>A: Growing. Monthly postings rise through the dataset and peak in early 2026 - January to March 2026 each saw roughly 270-300 new postings, the busiest stretch in the data. The 2025 months are clearly lighter and more uneven.</a:t>
            </a:r>
          </a:p>
          <a:p>
            <a:pPr>
              <a:spcBef>
                <a:spcPts val="1600"/>
              </a:spcBef>
            </a:pPr>
            <a:r>
              <a:rPr b="1" sz="1400">
                <a:solidFill>
                  <a:srgbClr val="1F3864"/>
                </a:solidFill>
              </a:rPr>
              <a:t>Q: What could explain the 2026 spike?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23232"/>
                </a:solidFill>
              </a:rPr>
              <a:t>A: It lines up with companies moving AI from experiments into real products - LLM, agent and MLOps skills pull the postings up. Whatever the reason, the momentum is still increasing, not cooling 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fast growth mean higher pay?</a:t>
            </a:r>
          </a:p>
        </p:txBody>
      </p:sp>
      <p:pic>
        <p:nvPicPr>
          <p:cNvPr id="3" name="Picture 2" descr="growth_vs_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1620"/>
            <a:ext cx="640080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371600"/>
            <a:ext cx="4754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3864"/>
                </a:solidFill>
              </a:rPr>
              <a:t>Q: Do the fastest growing roles pay the most?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23232"/>
                </a:solidFill>
              </a:rPr>
              <a:t>A: Only slightly. The correlation between yearly demand growth and salary is about 0.14 - weak. You can find fast-growing roles at $120k and at $300k, so growth on its own does not predict a big paycheck.</a:t>
            </a:r>
          </a:p>
          <a:p>
            <a:pPr>
              <a:spcBef>
                <a:spcPts val="1600"/>
              </a:spcBef>
            </a:pPr>
            <a:r>
              <a:rPr b="1" sz="1400">
                <a:solidFill>
                  <a:srgbClr val="1F3864"/>
                </a:solidFill>
              </a:rPr>
              <a:t>Q: What do the LLM roles (colored points) show?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23232"/>
                </a:solidFill>
              </a:rPr>
              <a:t>A: They appear at every salary level, but they bunch up on the right side of the chart - average demand growth of about 44% a year versus 28% for everything else. LLM skills are where the market is expanding fastest, even if that does not automatically mean the top salary.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 what did we learn?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512064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000"/>
              <a:t>Experience pays - median salary grows from ~$145k (Entry) to ~$238k (Lead).</a:t>
            </a:r>
          </a:p>
          <a:p>
            <a:pPr>
              <a:spcAft>
                <a:spcPts val="800"/>
              </a:spcAft>
            </a:pPr>
            <a:r>
              <a:rPr sz="2000"/>
              <a:t>Architecture and core AI engineering roles top the pay charts; business-side roles pay the least.</a:t>
            </a:r>
          </a:p>
          <a:p>
            <a:pPr>
              <a:spcAft>
                <a:spcPts val="800"/>
              </a:spcAft>
            </a:pPr>
            <a:r>
              <a:rPr sz="2000"/>
              <a:t>The market is still accelerating - postings peak in early 2026.</a:t>
            </a:r>
          </a:p>
          <a:p>
            <a:pPr>
              <a:spcAft>
                <a:spcPts val="800"/>
              </a:spcAft>
            </a:pPr>
            <a:r>
              <a:rPr sz="2000"/>
              <a:t>LLM roles are the growth engine (~44%/yr) even though fast growth alone does not guarantee the biggest paychecks.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